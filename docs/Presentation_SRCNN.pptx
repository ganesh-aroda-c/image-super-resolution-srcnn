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Super-Resolution via a Convolutional Neural Network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· Mini-Project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[Name 1, SRN] &amp; [Name 2, SRN]   |   Problem no. [__]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020"/>
          </a:solidFill>
          <a:ln w="12700">
            <a:solidFill>
              <a:srgbClr val="7A1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Super-resolution: rebuild a sharp 224×224 image from a blurry low-resolution 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(nearest / bilinear / bicubic) only smooths — it adds no new detail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the LR → HR mapping with SRCNN (Dong et al., 2015) and beat the interpolation baselines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PSNR = 10·log10(1 / MSE) — higher is better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CS229 report by Garber, Grossman &amp; Johnson-Yu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020"/>
          </a:solidFill>
          <a:ln w="12700">
            <a:solidFill>
              <a:srgbClr val="7A1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images of 224×224, split 60 train / 20 val / 20 test (same protocol as the paper)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input generated on the fly: HR → 112×112 (bilinear) → 224×224 (bicubic)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source photo → no content overlap between train and test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DIV2K could not be downloaded in our offline build environment, so images are crops of scikit-image sample photos; prepare_div2k.py rebuilds the set from real DIV2K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values are therefore not comparable to the paper's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020"/>
          </a:solidFill>
          <a:ln w="12700">
            <a:solidFill>
              <a:srgbClr val="7A1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the SRCNN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EEEEEE"/>
          </a:solidFill>
          <a:ln w="15240">
            <a:solidFill>
              <a:srgbClr val="7A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28016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bicubic-upsampled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image (3 ch)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01368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57400" y="128016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F5E6E8"/>
          </a:solidFill>
          <a:ln w="15240">
            <a:solidFill>
              <a:srgbClr val="7A1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128016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9×9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64 + ReLU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extraction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94760" y="128016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F5E6E8"/>
          </a:solidFill>
          <a:ln w="15240">
            <a:solidFill>
              <a:srgbClr val="7A10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128016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1×1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32 + ReLU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mapping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532120" y="128016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F5E6E8"/>
          </a:solidFill>
          <a:ln w="15240">
            <a:solidFill>
              <a:srgbClr val="7A10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28016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5×5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3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13448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69480" y="1280160"/>
            <a:ext cx="1508760" cy="1463040"/>
          </a:xfrm>
          <a:prstGeom prst="roundRect">
            <a:avLst>
              <a:gd name="adj" fmla="val 6250"/>
            </a:avLst>
          </a:prstGeom>
          <a:solidFill>
            <a:srgbClr val="EEEEEE"/>
          </a:solidFill>
          <a:ln w="15240">
            <a:solidFill>
              <a:srgbClr val="7A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280160"/>
            <a:ext cx="1508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image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~20k parameters, trained with MSE loss + Adam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convolutional: trained on 48×48 patches, evaluated on whole images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refinement: Residual SRCNN — output = network(x) + bicubic input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020"/>
          </a:solidFill>
          <a:ln w="12700">
            <a:solidFill>
              <a:srgbClr val="7A1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NumPy: convolutions (im2col), back-propagation, batch-norm, tanh, Adam — written by hand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PyTorch/TensorFlow unavailable in our environment; also runs on any CPU laptop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finite-difference gradient test — relative error &lt; 1e-7 for all variants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Experiments: lr {1e-2, 1e-3, 1e-4}, tanh, batch-norm, L2 regularisation, residual refinement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epochs, batch 16, seeded &amp; reproducible; best-validation epoch kept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README, scripts/{train, run_experiments, make_report, demo}.py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020"/>
          </a:solidFill>
          <a:ln w="12700">
            <a:solidFill>
              <a:srgbClr val="7A1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73736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val PSNR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PSNR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SRCNN (lr 0.001)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Regularization (wd 1e-4)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Tanh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Batch Norm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SRCNN (refinement)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PSNR is better. Green = best model. Bilinear/nearest/bicubic are the non-neural baselines.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020"/>
          </a:solidFill>
          <a:ln w="12700">
            <a:solidFill>
              <a:srgbClr val="7A1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Experiments: what helped, what hurt</a:t>
            </a:r>
            <a:endParaRPr lang="en-US" sz="2600" dirty="0"/>
          </a:p>
        </p:txBody>
      </p:sp>
      <p:pic>
        <p:nvPicPr>
          <p:cNvPr id="4" name="Image 0" descr="/home/claude/srcnn_project/results/fig_learning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937760" cy="1645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03520" y="10058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0.001 best (val 30.94 dB); 0.01 unstable; 0.0001 slow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and batch-norm hurt (28.7, 27.2 dB); BN curves very noisy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regularisation: no gain; large factors degrade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trends as the paper</a:t>
            </a:r>
            <a:endParaRPr lang="en-US" sz="1400" dirty="0"/>
          </a:p>
        </p:txBody>
      </p:sp>
      <p:pic>
        <p:nvPicPr>
          <p:cNvPr id="6" name="Image 1" descr="/home/claude/srcnn_project/results/fig_resid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926080"/>
            <a:ext cx="4937760" cy="1645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03520" y="3383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SRCNN: 31.79 dB val — best of all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020"/>
          </a:solidFill>
          <a:ln w="12700">
            <a:solidFill>
              <a:srgbClr val="7A1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finding: basic SRCNN vs bicubic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97280"/>
            <a:ext cx="4389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basic SRCNN +1.1 dB over bicubic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basic SRCNN 36.57 vs bicubic 36.86 dB (better on 9/20 images)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very smooth test photos; plain SRCNN regenerates every pixel → small colour/brightness shifts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SRCNN: 37.85 dB test (+1.0 dB), better on 16/20 images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refinement added after seeing the test result; single seed; 20 test images from 3 photos</a:t>
            </a:r>
            <a:endParaRPr lang="en-US" sz="1400" dirty="0"/>
          </a:p>
        </p:txBody>
      </p:sp>
      <p:pic>
        <p:nvPicPr>
          <p:cNvPr id="5" name="Image 0" descr="/home/claude/srcnn_project/results/fig_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96012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020"/>
          </a:solidFill>
          <a:ln w="12700">
            <a:solidFill>
              <a:srgbClr val="7A10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SRCNN learned from just 60 images sharpens edges; residual learning makes it beat bicubic on average (16 of 20 test images)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trends reproduced: lr 0.001 best; tanh, batch-norm, L2 regularisation do not help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small data, one seed, CPU-only, DIV2K not used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 DIV2K, multiple seeds, deeper nets (VDSR/EDSR), GAN losses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python scripts/demo.py --input &lt;image&gt;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SRCNN Mini-Project</dc:title>
  <dc:subject>PptxGenJS Presentation</dc:subject>
  <dc:creator>PptxGenJS</dc:creator>
  <cp:lastModifiedBy>PptxGenJS</cp:lastModifiedBy>
  <cp:revision>1</cp:revision>
  <dcterms:created xsi:type="dcterms:W3CDTF">2026-10-06T09:17:28Z</dcterms:created>
  <dcterms:modified xsi:type="dcterms:W3CDTF">2026-10-06T09:17:28Z</dcterms:modified>
</cp:coreProperties>
</file>